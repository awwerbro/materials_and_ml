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0" r:id="rId3"/>
    <p:sldId id="262" r:id="rId4"/>
    <p:sldId id="256" r:id="rId5"/>
    <p:sldId id="259" r:id="rId6"/>
    <p:sldId id="683" r:id="rId7"/>
    <p:sldId id="685" r:id="rId8"/>
    <p:sldId id="264" r:id="rId9"/>
    <p:sldId id="266" r:id="rId10"/>
    <p:sldId id="269" r:id="rId11"/>
    <p:sldId id="682" r:id="rId12"/>
    <p:sldId id="681" r:id="rId1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9400"/>
    <a:srgbClr val="444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>
      <p:cViewPr varScale="1">
        <p:scale>
          <a:sx n="101" d="100"/>
          <a:sy n="101" d="100"/>
        </p:scale>
        <p:origin x="82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en De Bolle" userId="fcfcb554-30f4-4aa4-b429-5e66aee76163" providerId="ADAL" clId="{1867426A-0679-49CA-BE1F-AA1AF5E2271F}"/>
    <pc:docChg chg="undo custSel addSld delSld modSld sldOrd">
      <pc:chgData name="Jorden De Bolle" userId="fcfcb554-30f4-4aa4-b429-5e66aee76163" providerId="ADAL" clId="{1867426A-0679-49CA-BE1F-AA1AF5E2271F}" dt="2026-10-02T13:55:24.841" v="1327" actId="47"/>
      <pc:docMkLst>
        <pc:docMk/>
      </pc:docMkLst>
      <pc:sldChg chg="addSp delSp mod">
        <pc:chgData name="Jorden De Bolle" userId="fcfcb554-30f4-4aa4-b429-5e66aee76163" providerId="ADAL" clId="{1867426A-0679-49CA-BE1F-AA1AF5E2271F}" dt="2026-09-25T08:47:06.004" v="1" actId="22"/>
        <pc:sldMkLst>
          <pc:docMk/>
          <pc:sldMk cId="2968272748" sldId="256"/>
        </pc:sldMkLst>
      </pc:sldChg>
      <pc:sldChg chg="ord">
        <pc:chgData name="Jorden De Bolle" userId="fcfcb554-30f4-4aa4-b429-5e66aee76163" providerId="ADAL" clId="{1867426A-0679-49CA-BE1F-AA1AF5E2271F}" dt="2026-09-25T11:27:33.752" v="61"/>
        <pc:sldMkLst>
          <pc:docMk/>
          <pc:sldMk cId="506105481" sldId="259"/>
        </pc:sldMkLst>
      </pc:sldChg>
      <pc:sldChg chg="addSp delSp modSp new del mod">
        <pc:chgData name="Jorden De Bolle" userId="fcfcb554-30f4-4aa4-b429-5e66aee76163" providerId="ADAL" clId="{1867426A-0679-49CA-BE1F-AA1AF5E2271F}" dt="2026-10-02T13:55:23.493" v="1326" actId="47"/>
        <pc:sldMkLst>
          <pc:docMk/>
          <pc:sldMk cId="310290076" sldId="263"/>
        </pc:sldMkLst>
        <pc:spChg chg="add mod">
          <ac:chgData name="Jorden De Bolle" userId="fcfcb554-30f4-4aa4-b429-5e66aee76163" providerId="ADAL" clId="{1867426A-0679-49CA-BE1F-AA1AF5E2271F}" dt="2026-09-25T11:27:56.596" v="73" actId="20577"/>
          <ac:spMkLst>
            <pc:docMk/>
            <pc:sldMk cId="310290076" sldId="263"/>
            <ac:spMk id="5" creationId="{993BB6CE-ED35-002C-715B-671CA8270F5D}"/>
          </ac:spMkLst>
        </pc:spChg>
        <pc:spChg chg="add mod">
          <ac:chgData name="Jorden De Bolle" userId="fcfcb554-30f4-4aa4-b429-5e66aee76163" providerId="ADAL" clId="{1867426A-0679-49CA-BE1F-AA1AF5E2271F}" dt="2026-09-25T15:19:42.108" v="1150" actId="1076"/>
          <ac:spMkLst>
            <pc:docMk/>
            <pc:sldMk cId="310290076" sldId="263"/>
            <ac:spMk id="19" creationId="{16AD3AF8-1E9E-182A-163B-EA4C333CA691}"/>
          </ac:spMkLst>
        </pc:spChg>
        <pc:spChg chg="add mod">
          <ac:chgData name="Jorden De Bolle" userId="fcfcb554-30f4-4aa4-b429-5e66aee76163" providerId="ADAL" clId="{1867426A-0679-49CA-BE1F-AA1AF5E2271F}" dt="2026-09-25T15:19:42.108" v="1150" actId="1076"/>
          <ac:spMkLst>
            <pc:docMk/>
            <pc:sldMk cId="310290076" sldId="263"/>
            <ac:spMk id="21" creationId="{ABAE931D-1E9F-7876-3BCE-D8B513F46A3F}"/>
          </ac:spMkLst>
        </pc:spChg>
        <pc:picChg chg="add mod">
          <ac:chgData name="Jorden De Bolle" userId="fcfcb554-30f4-4aa4-b429-5e66aee76163" providerId="ADAL" clId="{1867426A-0679-49CA-BE1F-AA1AF5E2271F}" dt="2026-09-25T15:19:42.108" v="1150" actId="1076"/>
          <ac:picMkLst>
            <pc:docMk/>
            <pc:sldMk cId="310290076" sldId="263"/>
            <ac:picMk id="17" creationId="{D3CC65F1-893C-325C-F50C-1EDE2F319628}"/>
          </ac:picMkLst>
        </pc:picChg>
      </pc:sldChg>
      <pc:sldChg chg="addSp modSp add mod">
        <pc:chgData name="Jorden De Bolle" userId="fcfcb554-30f4-4aa4-b429-5e66aee76163" providerId="ADAL" clId="{1867426A-0679-49CA-BE1F-AA1AF5E2271F}" dt="2026-09-25T12:44:24.779" v="283" actId="20577"/>
        <pc:sldMkLst>
          <pc:docMk/>
          <pc:sldMk cId="1527465794" sldId="264"/>
        </pc:sldMkLst>
        <pc:spChg chg="mod">
          <ac:chgData name="Jorden De Bolle" userId="fcfcb554-30f4-4aa4-b429-5e66aee76163" providerId="ADAL" clId="{1867426A-0679-49CA-BE1F-AA1AF5E2271F}" dt="2026-09-25T12:44:24.779" v="283" actId="20577"/>
          <ac:spMkLst>
            <pc:docMk/>
            <pc:sldMk cId="1527465794" sldId="264"/>
            <ac:spMk id="5" creationId="{2257F3B9-4178-49FF-6D13-E9C21C5D290C}"/>
          </ac:spMkLst>
        </pc:spChg>
        <pc:spChg chg="add mod">
          <ac:chgData name="Jorden De Bolle" userId="fcfcb554-30f4-4aa4-b429-5e66aee76163" providerId="ADAL" clId="{1867426A-0679-49CA-BE1F-AA1AF5E2271F}" dt="2026-09-25T12:41:55.177" v="184" actId="1076"/>
          <ac:spMkLst>
            <pc:docMk/>
            <pc:sldMk cId="1527465794" sldId="264"/>
            <ac:spMk id="11" creationId="{32052DE3-96FC-1719-CC5D-810C953ADEFB}"/>
          </ac:spMkLst>
        </pc:spChg>
        <pc:spChg chg="add mod">
          <ac:chgData name="Jorden De Bolle" userId="fcfcb554-30f4-4aa4-b429-5e66aee76163" providerId="ADAL" clId="{1867426A-0679-49CA-BE1F-AA1AF5E2271F}" dt="2026-09-25T12:42:28.800" v="218" actId="14100"/>
          <ac:spMkLst>
            <pc:docMk/>
            <pc:sldMk cId="1527465794" sldId="264"/>
            <ac:spMk id="13" creationId="{DDB39532-D320-CE7C-5CF0-4D5605516174}"/>
          </ac:spMkLst>
        </pc:spChg>
        <pc:spChg chg="add mod">
          <ac:chgData name="Jorden De Bolle" userId="fcfcb554-30f4-4aa4-b429-5e66aee76163" providerId="ADAL" clId="{1867426A-0679-49CA-BE1F-AA1AF5E2271F}" dt="2026-09-25T12:43:47.247" v="264" actId="1076"/>
          <ac:spMkLst>
            <pc:docMk/>
            <pc:sldMk cId="1527465794" sldId="264"/>
            <ac:spMk id="15" creationId="{83323700-AC48-FCF6-BC3E-96B09B66D76F}"/>
          </ac:spMkLst>
        </pc:spChg>
        <pc:spChg chg="add mod">
          <ac:chgData name="Jorden De Bolle" userId="fcfcb554-30f4-4aa4-b429-5e66aee76163" providerId="ADAL" clId="{1867426A-0679-49CA-BE1F-AA1AF5E2271F}" dt="2026-09-25T12:43:55.040" v="266" actId="1076"/>
          <ac:spMkLst>
            <pc:docMk/>
            <pc:sldMk cId="1527465794" sldId="264"/>
            <ac:spMk id="17" creationId="{F0E5FF27-A28E-6247-B5D4-D3D61FF8568B}"/>
          </ac:spMkLst>
        </pc:spChg>
        <pc:picChg chg="add mod">
          <ac:chgData name="Jorden De Bolle" userId="fcfcb554-30f4-4aa4-b429-5e66aee76163" providerId="ADAL" clId="{1867426A-0679-49CA-BE1F-AA1AF5E2271F}" dt="2026-09-25T12:41:13.328" v="153" actId="1076"/>
          <ac:picMkLst>
            <pc:docMk/>
            <pc:sldMk cId="1527465794" sldId="264"/>
            <ac:picMk id="3" creationId="{2E1A7CF5-4613-18AA-CBD9-21198A8A2341}"/>
          </ac:picMkLst>
        </pc:picChg>
        <pc:picChg chg="add mod">
          <ac:chgData name="Jorden De Bolle" userId="fcfcb554-30f4-4aa4-b429-5e66aee76163" providerId="ADAL" clId="{1867426A-0679-49CA-BE1F-AA1AF5E2271F}" dt="2026-09-25T12:41:15.496" v="154" actId="1076"/>
          <ac:picMkLst>
            <pc:docMk/>
            <pc:sldMk cId="1527465794" sldId="264"/>
            <ac:picMk id="6" creationId="{8A693460-F0A3-9D15-303D-ABACC4530CAB}"/>
          </ac:picMkLst>
        </pc:picChg>
        <pc:picChg chg="add mod">
          <ac:chgData name="Jorden De Bolle" userId="fcfcb554-30f4-4aa4-b429-5e66aee76163" providerId="ADAL" clId="{1867426A-0679-49CA-BE1F-AA1AF5E2271F}" dt="2026-09-25T12:41:37.161" v="162" actId="1076"/>
          <ac:picMkLst>
            <pc:docMk/>
            <pc:sldMk cId="1527465794" sldId="264"/>
            <ac:picMk id="8" creationId="{E5ACA49E-57D2-9975-7FBF-E43AA846A927}"/>
          </ac:picMkLst>
        </pc:picChg>
        <pc:picChg chg="add mod">
          <ac:chgData name="Jorden De Bolle" userId="fcfcb554-30f4-4aa4-b429-5e66aee76163" providerId="ADAL" clId="{1867426A-0679-49CA-BE1F-AA1AF5E2271F}" dt="2026-09-25T12:41:28.855" v="159" actId="1076"/>
          <ac:picMkLst>
            <pc:docMk/>
            <pc:sldMk cId="1527465794" sldId="264"/>
            <ac:picMk id="10" creationId="{93CD4A02-4185-0DC4-FF87-E211F3B3E19E}"/>
          </ac:picMkLst>
        </pc:picChg>
      </pc:sldChg>
      <pc:sldChg chg="addSp delSp modSp add del mod ord">
        <pc:chgData name="Jorden De Bolle" userId="fcfcb554-30f4-4aa4-b429-5e66aee76163" providerId="ADAL" clId="{1867426A-0679-49CA-BE1F-AA1AF5E2271F}" dt="2026-10-02T13:55:21.634" v="1325" actId="47"/>
        <pc:sldMkLst>
          <pc:docMk/>
          <pc:sldMk cId="3997840435" sldId="265"/>
        </pc:sldMkLst>
        <pc:spChg chg="mod">
          <ac:chgData name="Jorden De Bolle" userId="fcfcb554-30f4-4aa4-b429-5e66aee76163" providerId="ADAL" clId="{1867426A-0679-49CA-BE1F-AA1AF5E2271F}" dt="2026-09-25T12:38:00.654" v="112" actId="20577"/>
          <ac:spMkLst>
            <pc:docMk/>
            <pc:sldMk cId="3997840435" sldId="265"/>
            <ac:spMk id="5" creationId="{63C2F373-B71D-0DC6-4973-7A24647E8CCE}"/>
          </ac:spMkLst>
        </pc:spChg>
        <pc:spChg chg="add mod">
          <ac:chgData name="Jorden De Bolle" userId="fcfcb554-30f4-4aa4-b429-5e66aee76163" providerId="ADAL" clId="{1867426A-0679-49CA-BE1F-AA1AF5E2271F}" dt="2026-09-25T15:14:30.354" v="1023" actId="1076"/>
          <ac:spMkLst>
            <pc:docMk/>
            <pc:sldMk cId="3997840435" sldId="265"/>
            <ac:spMk id="11" creationId="{7ED5AD3A-D4FB-A6AD-9B5B-F7AF5945A7C8}"/>
          </ac:spMkLst>
        </pc:spChg>
        <pc:spChg chg="add mod">
          <ac:chgData name="Jorden De Bolle" userId="fcfcb554-30f4-4aa4-b429-5e66aee76163" providerId="ADAL" clId="{1867426A-0679-49CA-BE1F-AA1AF5E2271F}" dt="2026-09-25T15:14:30.354" v="1023" actId="1076"/>
          <ac:spMkLst>
            <pc:docMk/>
            <pc:sldMk cId="3997840435" sldId="265"/>
            <ac:spMk id="12" creationId="{7164BAA3-C577-1346-1797-10115F7D5D8D}"/>
          </ac:spMkLst>
        </pc:spChg>
        <pc:spChg chg="add mod">
          <ac:chgData name="Jorden De Bolle" userId="fcfcb554-30f4-4aa4-b429-5e66aee76163" providerId="ADAL" clId="{1867426A-0679-49CA-BE1F-AA1AF5E2271F}" dt="2026-09-25T15:14:30.354" v="1023" actId="1076"/>
          <ac:spMkLst>
            <pc:docMk/>
            <pc:sldMk cId="3997840435" sldId="265"/>
            <ac:spMk id="14" creationId="{B25B3B32-F46D-3200-9E56-4580A2EA911E}"/>
          </ac:spMkLst>
        </pc:spChg>
        <pc:spChg chg="add mod">
          <ac:chgData name="Jorden De Bolle" userId="fcfcb554-30f4-4aa4-b429-5e66aee76163" providerId="ADAL" clId="{1867426A-0679-49CA-BE1F-AA1AF5E2271F}" dt="2026-09-25T15:14:30.354" v="1023" actId="1076"/>
          <ac:spMkLst>
            <pc:docMk/>
            <pc:sldMk cId="3997840435" sldId="265"/>
            <ac:spMk id="16" creationId="{6A8FE27F-EB51-175A-E9C8-3DA904A89CC1}"/>
          </ac:spMkLst>
        </pc:spChg>
        <pc:spChg chg="add mod">
          <ac:chgData name="Jorden De Bolle" userId="fcfcb554-30f4-4aa4-b429-5e66aee76163" providerId="ADAL" clId="{1867426A-0679-49CA-BE1F-AA1AF5E2271F}" dt="2026-09-25T15:14:30.354" v="1023" actId="1076"/>
          <ac:spMkLst>
            <pc:docMk/>
            <pc:sldMk cId="3997840435" sldId="265"/>
            <ac:spMk id="18" creationId="{9B7E2BFA-553E-4B53-9070-949BFAD46414}"/>
          </ac:spMkLst>
        </pc:spChg>
        <pc:spChg chg="add mod">
          <ac:chgData name="Jorden De Bolle" userId="fcfcb554-30f4-4aa4-b429-5e66aee76163" providerId="ADAL" clId="{1867426A-0679-49CA-BE1F-AA1AF5E2271F}" dt="2026-09-25T15:14:30.354" v="1023" actId="1076"/>
          <ac:spMkLst>
            <pc:docMk/>
            <pc:sldMk cId="3997840435" sldId="265"/>
            <ac:spMk id="20" creationId="{83AA8661-76EA-C3C3-4BCB-6CE9F1905076}"/>
          </ac:spMkLst>
        </pc:spChg>
        <pc:picChg chg="add mod">
          <ac:chgData name="Jorden De Bolle" userId="fcfcb554-30f4-4aa4-b429-5e66aee76163" providerId="ADAL" clId="{1867426A-0679-49CA-BE1F-AA1AF5E2271F}" dt="2026-09-25T15:14:30.354" v="1023" actId="1076"/>
          <ac:picMkLst>
            <pc:docMk/>
            <pc:sldMk cId="3997840435" sldId="265"/>
            <ac:picMk id="3" creationId="{28398C92-8164-5D0D-DE7D-D5917B86C282}"/>
          </ac:picMkLst>
        </pc:picChg>
      </pc:sldChg>
      <pc:sldChg chg="addSp modSp add mod">
        <pc:chgData name="Jorden De Bolle" userId="fcfcb554-30f4-4aa4-b429-5e66aee76163" providerId="ADAL" clId="{1867426A-0679-49CA-BE1F-AA1AF5E2271F}" dt="2026-09-25T12:47:14.503" v="332" actId="20577"/>
        <pc:sldMkLst>
          <pc:docMk/>
          <pc:sldMk cId="28399596" sldId="266"/>
        </pc:sldMkLst>
        <pc:spChg chg="mod">
          <ac:chgData name="Jorden De Bolle" userId="fcfcb554-30f4-4aa4-b429-5e66aee76163" providerId="ADAL" clId="{1867426A-0679-49CA-BE1F-AA1AF5E2271F}" dt="2026-09-25T12:47:14.503" v="332" actId="20577"/>
          <ac:spMkLst>
            <pc:docMk/>
            <pc:sldMk cId="28399596" sldId="266"/>
            <ac:spMk id="5" creationId="{AA271A4B-7F2D-3BB9-1327-FFEE2B246460}"/>
          </ac:spMkLst>
        </pc:spChg>
        <pc:picChg chg="add mod">
          <ac:chgData name="Jorden De Bolle" userId="fcfcb554-30f4-4aa4-b429-5e66aee76163" providerId="ADAL" clId="{1867426A-0679-49CA-BE1F-AA1AF5E2271F}" dt="2026-09-25T12:46:14.953" v="286" actId="1076"/>
          <ac:picMkLst>
            <pc:docMk/>
            <pc:sldMk cId="28399596" sldId="266"/>
            <ac:picMk id="3" creationId="{257298E5-A1A1-5337-8C9F-00065CB8F3A0}"/>
          </ac:picMkLst>
        </pc:picChg>
        <pc:picChg chg="add mod">
          <ac:chgData name="Jorden De Bolle" userId="fcfcb554-30f4-4aa4-b429-5e66aee76163" providerId="ADAL" clId="{1867426A-0679-49CA-BE1F-AA1AF5E2271F}" dt="2026-09-25T12:46:49.729" v="291" actId="1076"/>
          <ac:picMkLst>
            <pc:docMk/>
            <pc:sldMk cId="28399596" sldId="266"/>
            <ac:picMk id="6" creationId="{D44F956F-AC26-E861-4DCB-8205C25CF8A6}"/>
          </ac:picMkLst>
        </pc:picChg>
      </pc:sldChg>
      <pc:sldChg chg="addSp delSp modSp add del mod">
        <pc:chgData name="Jorden De Bolle" userId="fcfcb554-30f4-4aa4-b429-5e66aee76163" providerId="ADAL" clId="{1867426A-0679-49CA-BE1F-AA1AF5E2271F}" dt="2026-10-02T13:54:59.783" v="1318" actId="47"/>
        <pc:sldMkLst>
          <pc:docMk/>
          <pc:sldMk cId="1236814547" sldId="267"/>
        </pc:sldMkLst>
        <pc:spChg chg="mod">
          <ac:chgData name="Jorden De Bolle" userId="fcfcb554-30f4-4aa4-b429-5e66aee76163" providerId="ADAL" clId="{1867426A-0679-49CA-BE1F-AA1AF5E2271F}" dt="2026-09-25T14:01:15.563" v="609" actId="20577"/>
          <ac:spMkLst>
            <pc:docMk/>
            <pc:sldMk cId="1236814547" sldId="267"/>
            <ac:spMk id="5" creationId="{46DE42EB-3627-7F5E-DFCB-415841D151BC}"/>
          </ac:spMkLst>
        </pc:spChg>
        <pc:picChg chg="add mod">
          <ac:chgData name="Jorden De Bolle" userId="fcfcb554-30f4-4aa4-b429-5e66aee76163" providerId="ADAL" clId="{1867426A-0679-49CA-BE1F-AA1AF5E2271F}" dt="2026-09-25T14:04:41.188" v="621" actId="1076"/>
          <ac:picMkLst>
            <pc:docMk/>
            <pc:sldMk cId="1236814547" sldId="267"/>
            <ac:picMk id="3" creationId="{EAD767C5-AF23-BEF7-88B7-8F3412916C37}"/>
          </ac:picMkLst>
        </pc:picChg>
        <pc:picChg chg="add mod">
          <ac:chgData name="Jorden De Bolle" userId="fcfcb554-30f4-4aa4-b429-5e66aee76163" providerId="ADAL" clId="{1867426A-0679-49CA-BE1F-AA1AF5E2271F}" dt="2026-09-25T14:04:41.188" v="621" actId="1076"/>
          <ac:picMkLst>
            <pc:docMk/>
            <pc:sldMk cId="1236814547" sldId="267"/>
            <ac:picMk id="6" creationId="{951047EA-D97D-C011-88C7-3B73774028E1}"/>
          </ac:picMkLst>
        </pc:picChg>
        <pc:picChg chg="add mod">
          <ac:chgData name="Jorden De Bolle" userId="fcfcb554-30f4-4aa4-b429-5e66aee76163" providerId="ADAL" clId="{1867426A-0679-49CA-BE1F-AA1AF5E2271F}" dt="2026-09-25T14:04:41.188" v="621" actId="1076"/>
          <ac:picMkLst>
            <pc:docMk/>
            <pc:sldMk cId="1236814547" sldId="267"/>
            <ac:picMk id="8" creationId="{8DB765C9-F12A-0314-F85D-CE64F45D498E}"/>
          </ac:picMkLst>
        </pc:picChg>
        <pc:picChg chg="add mod">
          <ac:chgData name="Jorden De Bolle" userId="fcfcb554-30f4-4aa4-b429-5e66aee76163" providerId="ADAL" clId="{1867426A-0679-49CA-BE1F-AA1AF5E2271F}" dt="2026-09-25T14:05:22.392" v="631" actId="1076"/>
          <ac:picMkLst>
            <pc:docMk/>
            <pc:sldMk cId="1236814547" sldId="267"/>
            <ac:picMk id="14" creationId="{C7E01489-135E-95EB-4FCB-8D8D6E7160F3}"/>
          </ac:picMkLst>
        </pc:picChg>
        <pc:picChg chg="add mod">
          <ac:chgData name="Jorden De Bolle" userId="fcfcb554-30f4-4aa4-b429-5e66aee76163" providerId="ADAL" clId="{1867426A-0679-49CA-BE1F-AA1AF5E2271F}" dt="2026-09-25T14:05:12.586" v="630" actId="1076"/>
          <ac:picMkLst>
            <pc:docMk/>
            <pc:sldMk cId="1236814547" sldId="267"/>
            <ac:picMk id="16" creationId="{D2A6034E-27E4-388C-0D1B-DD141166A721}"/>
          </ac:picMkLst>
        </pc:picChg>
      </pc:sldChg>
      <pc:sldChg chg="addSp delSp modSp add del mod">
        <pc:chgData name="Jorden De Bolle" userId="fcfcb554-30f4-4aa4-b429-5e66aee76163" providerId="ADAL" clId="{1867426A-0679-49CA-BE1F-AA1AF5E2271F}" dt="2026-10-02T13:55:01.394" v="1320" actId="47"/>
        <pc:sldMkLst>
          <pc:docMk/>
          <pc:sldMk cId="1700650634" sldId="268"/>
        </pc:sldMkLst>
        <pc:spChg chg="add mod">
          <ac:chgData name="Jorden De Bolle" userId="fcfcb554-30f4-4aa4-b429-5e66aee76163" providerId="ADAL" clId="{1867426A-0679-49CA-BE1F-AA1AF5E2271F}" dt="2026-09-25T13:51:05.363" v="552" actId="1076"/>
          <ac:spMkLst>
            <pc:docMk/>
            <pc:sldMk cId="1700650634" sldId="268"/>
            <ac:spMk id="30" creationId="{C765452D-A009-E929-9EDC-DD80210339C0}"/>
          </ac:spMkLst>
        </pc:spChg>
        <pc:picChg chg="add mod">
          <ac:chgData name="Jorden De Bolle" userId="fcfcb554-30f4-4aa4-b429-5e66aee76163" providerId="ADAL" clId="{1867426A-0679-49CA-BE1F-AA1AF5E2271F}" dt="2026-09-25T13:50:10.049" v="507" actId="1038"/>
          <ac:picMkLst>
            <pc:docMk/>
            <pc:sldMk cId="1700650634" sldId="268"/>
            <ac:picMk id="3" creationId="{AB9218E6-2608-A115-1664-2D6DE9A988D2}"/>
          </ac:picMkLst>
        </pc:picChg>
        <pc:picChg chg="add mod">
          <ac:chgData name="Jorden De Bolle" userId="fcfcb554-30f4-4aa4-b429-5e66aee76163" providerId="ADAL" clId="{1867426A-0679-49CA-BE1F-AA1AF5E2271F}" dt="2026-09-25T13:47:11.934" v="414" actId="1076"/>
          <ac:picMkLst>
            <pc:docMk/>
            <pc:sldMk cId="1700650634" sldId="268"/>
            <ac:picMk id="8" creationId="{0B83874C-2DA8-9EE1-BF61-53663084B60B}"/>
          </ac:picMkLst>
        </pc:picChg>
      </pc:sldChg>
      <pc:sldChg chg="addSp delSp modSp add mod">
        <pc:chgData name="Jorden De Bolle" userId="fcfcb554-30f4-4aa4-b429-5e66aee76163" providerId="ADAL" clId="{1867426A-0679-49CA-BE1F-AA1AF5E2271F}" dt="2026-09-25T14:49:07.242" v="688" actId="1076"/>
        <pc:sldMkLst>
          <pc:docMk/>
          <pc:sldMk cId="1582961596" sldId="269"/>
        </pc:sldMkLst>
        <pc:spChg chg="mod">
          <ac:chgData name="Jorden De Bolle" userId="fcfcb554-30f4-4aa4-b429-5e66aee76163" providerId="ADAL" clId="{1867426A-0679-49CA-BE1F-AA1AF5E2271F}" dt="2026-09-25T14:03:16.556" v="617" actId="20577"/>
          <ac:spMkLst>
            <pc:docMk/>
            <pc:sldMk cId="1582961596" sldId="269"/>
            <ac:spMk id="5" creationId="{D6CFF6FA-19F9-1F3B-BEBB-0717ECA9275F}"/>
          </ac:spMkLst>
        </pc:spChg>
        <pc:spChg chg="add mod">
          <ac:chgData name="Jorden De Bolle" userId="fcfcb554-30f4-4aa4-b429-5e66aee76163" providerId="ADAL" clId="{1867426A-0679-49CA-BE1F-AA1AF5E2271F}" dt="2026-09-25T14:48:20.590" v="682" actId="1076"/>
          <ac:spMkLst>
            <pc:docMk/>
            <pc:sldMk cId="1582961596" sldId="269"/>
            <ac:spMk id="15" creationId="{B2914812-CC80-9FAD-32DA-386E94782174}"/>
          </ac:spMkLst>
        </pc:spChg>
        <pc:spChg chg="add mod">
          <ac:chgData name="Jorden De Bolle" userId="fcfcb554-30f4-4aa4-b429-5e66aee76163" providerId="ADAL" clId="{1867426A-0679-49CA-BE1F-AA1AF5E2271F}" dt="2026-09-25T14:49:07.242" v="688" actId="1076"/>
          <ac:spMkLst>
            <pc:docMk/>
            <pc:sldMk cId="1582961596" sldId="269"/>
            <ac:spMk id="21" creationId="{29E78FC7-2178-6A60-15F1-25DF01C94317}"/>
          </ac:spMkLst>
        </pc:spChg>
        <pc:picChg chg="add mod">
          <ac:chgData name="Jorden De Bolle" userId="fcfcb554-30f4-4aa4-b429-5e66aee76163" providerId="ADAL" clId="{1867426A-0679-49CA-BE1F-AA1AF5E2271F}" dt="2026-09-25T14:35:46.369" v="638" actId="1076"/>
          <ac:picMkLst>
            <pc:docMk/>
            <pc:sldMk cId="1582961596" sldId="269"/>
            <ac:picMk id="4" creationId="{7B87C099-ECD6-7ED0-CCD0-00515ABCCEF9}"/>
          </ac:picMkLst>
        </pc:picChg>
        <pc:picChg chg="add mod">
          <ac:chgData name="Jorden De Bolle" userId="fcfcb554-30f4-4aa4-b429-5e66aee76163" providerId="ADAL" clId="{1867426A-0679-49CA-BE1F-AA1AF5E2271F}" dt="2026-09-25T14:43:42.582" v="653" actId="1076"/>
          <ac:picMkLst>
            <pc:docMk/>
            <pc:sldMk cId="1582961596" sldId="269"/>
            <ac:picMk id="13" creationId="{790E49F0-19B9-6E7B-E0A4-DEB135E3582D}"/>
          </ac:picMkLst>
        </pc:picChg>
        <pc:picChg chg="add mod">
          <ac:chgData name="Jorden De Bolle" userId="fcfcb554-30f4-4aa4-b429-5e66aee76163" providerId="ADAL" clId="{1867426A-0679-49CA-BE1F-AA1AF5E2271F}" dt="2026-09-25T14:45:27.102" v="658" actId="1076"/>
          <ac:picMkLst>
            <pc:docMk/>
            <pc:sldMk cId="1582961596" sldId="269"/>
            <ac:picMk id="17" creationId="{05529582-A228-35EE-92FB-79556D5BE661}"/>
          </ac:picMkLst>
        </pc:picChg>
        <pc:picChg chg="add mod">
          <ac:chgData name="Jorden De Bolle" userId="fcfcb554-30f4-4aa4-b429-5e66aee76163" providerId="ADAL" clId="{1867426A-0679-49CA-BE1F-AA1AF5E2271F}" dt="2026-09-25T14:46:04.229" v="662" actId="1076"/>
          <ac:picMkLst>
            <pc:docMk/>
            <pc:sldMk cId="1582961596" sldId="269"/>
            <ac:picMk id="19" creationId="{5C28B44E-BFA9-DA9F-13C9-6E6B197913FC}"/>
          </ac:picMkLst>
        </pc:picChg>
      </pc:sldChg>
      <pc:sldChg chg="add">
        <pc:chgData name="Jorden De Bolle" userId="fcfcb554-30f4-4aa4-b429-5e66aee76163" providerId="ADAL" clId="{1867426A-0679-49CA-BE1F-AA1AF5E2271F}" dt="2026-09-25T14:51:58.133" v="689"/>
        <pc:sldMkLst>
          <pc:docMk/>
          <pc:sldMk cId="2608762477" sldId="681"/>
        </pc:sldMkLst>
      </pc:sldChg>
      <pc:sldChg chg="addSp delSp modSp add mod">
        <pc:chgData name="Jorden De Bolle" userId="fcfcb554-30f4-4aa4-b429-5e66aee76163" providerId="ADAL" clId="{1867426A-0679-49CA-BE1F-AA1AF5E2271F}" dt="2026-09-29T13:15:45.736" v="1316" actId="20577"/>
        <pc:sldMkLst>
          <pc:docMk/>
          <pc:sldMk cId="1339134832" sldId="682"/>
        </pc:sldMkLst>
        <pc:spChg chg="add mod">
          <ac:chgData name="Jorden De Bolle" userId="fcfcb554-30f4-4aa4-b429-5e66aee76163" providerId="ADAL" clId="{1867426A-0679-49CA-BE1F-AA1AF5E2271F}" dt="2026-09-29T13:15:45.736" v="1316" actId="20577"/>
          <ac:spMkLst>
            <pc:docMk/>
            <pc:sldMk cId="1339134832" sldId="682"/>
            <ac:spMk id="2" creationId="{8196096F-154A-5955-2EF7-DF9DF7A45A36}"/>
          </ac:spMkLst>
        </pc:spChg>
        <pc:spChg chg="mod">
          <ac:chgData name="Jorden De Bolle" userId="fcfcb554-30f4-4aa4-b429-5e66aee76163" providerId="ADAL" clId="{1867426A-0679-49CA-BE1F-AA1AF5E2271F}" dt="2026-09-25T14:52:34.141" v="716" actId="20577"/>
          <ac:spMkLst>
            <pc:docMk/>
            <pc:sldMk cId="1339134832" sldId="682"/>
            <ac:spMk id="5" creationId="{5EE0541C-0807-CA3C-534D-DA294643D3A5}"/>
          </ac:spMkLst>
        </pc:spChg>
        <pc:picChg chg="add mod">
          <ac:chgData name="Jorden De Bolle" userId="fcfcb554-30f4-4aa4-b429-5e66aee76163" providerId="ADAL" clId="{1867426A-0679-49CA-BE1F-AA1AF5E2271F}" dt="2026-09-25T15:08:58.690" v="794" actId="1076"/>
          <ac:picMkLst>
            <pc:docMk/>
            <pc:sldMk cId="1339134832" sldId="682"/>
            <ac:picMk id="7" creationId="{E5FD91C4-9C3F-3A2F-6DBC-0A47688A0EF2}"/>
          </ac:picMkLst>
        </pc:picChg>
      </pc:sldChg>
      <pc:sldChg chg="addSp modSp add mod">
        <pc:chgData name="Jorden De Bolle" userId="fcfcb554-30f4-4aa4-b429-5e66aee76163" providerId="ADAL" clId="{1867426A-0679-49CA-BE1F-AA1AF5E2271F}" dt="2026-09-25T15:17:37.666" v="1142" actId="207"/>
        <pc:sldMkLst>
          <pc:docMk/>
          <pc:sldMk cId="1862130216" sldId="683"/>
        </pc:sldMkLst>
        <pc:spChg chg="add mod">
          <ac:chgData name="Jorden De Bolle" userId="fcfcb554-30f4-4aa4-b429-5e66aee76163" providerId="ADAL" clId="{1867426A-0679-49CA-BE1F-AA1AF5E2271F}" dt="2026-09-25T15:17:29.819" v="1140" actId="1036"/>
          <ac:spMkLst>
            <pc:docMk/>
            <pc:sldMk cId="1862130216" sldId="683"/>
            <ac:spMk id="7" creationId="{194D00F3-D496-5DE7-FEC2-A99FE2CBD0BC}"/>
          </ac:spMkLst>
        </pc:spChg>
        <pc:spChg chg="add mod">
          <ac:chgData name="Jorden De Bolle" userId="fcfcb554-30f4-4aa4-b429-5e66aee76163" providerId="ADAL" clId="{1867426A-0679-49CA-BE1F-AA1AF5E2271F}" dt="2026-09-25T15:17:37.666" v="1142" actId="207"/>
          <ac:spMkLst>
            <pc:docMk/>
            <pc:sldMk cId="1862130216" sldId="683"/>
            <ac:spMk id="9" creationId="{C3BED816-C6B9-3810-2DA2-7E4B2AF40706}"/>
          </ac:spMkLst>
        </pc:spChg>
        <pc:picChg chg="add mod">
          <ac:chgData name="Jorden De Bolle" userId="fcfcb554-30f4-4aa4-b429-5e66aee76163" providerId="ADAL" clId="{1867426A-0679-49CA-BE1F-AA1AF5E2271F}" dt="2026-09-25T15:17:29.819" v="1140" actId="1036"/>
          <ac:picMkLst>
            <pc:docMk/>
            <pc:sldMk cId="1862130216" sldId="683"/>
            <ac:picMk id="4" creationId="{3354C140-5FF3-55F9-188E-3D6902FCA1F0}"/>
          </ac:picMkLst>
        </pc:picChg>
      </pc:sldChg>
      <pc:sldChg chg="delSp add del mod">
        <pc:chgData name="Jorden De Bolle" userId="fcfcb554-30f4-4aa4-b429-5e66aee76163" providerId="ADAL" clId="{1867426A-0679-49CA-BE1F-AA1AF5E2271F}" dt="2026-10-02T13:55:24.841" v="1327" actId="47"/>
        <pc:sldMkLst>
          <pc:docMk/>
          <pc:sldMk cId="3388455466" sldId="684"/>
        </pc:sldMkLst>
      </pc:sldChg>
      <pc:sldChg chg="add">
        <pc:chgData name="Jorden De Bolle" userId="fcfcb554-30f4-4aa4-b429-5e66aee76163" providerId="ADAL" clId="{1867426A-0679-49CA-BE1F-AA1AF5E2271F}" dt="2026-09-25T15:27:21.809" v="1244"/>
        <pc:sldMkLst>
          <pc:docMk/>
          <pc:sldMk cId="2932758763" sldId="685"/>
        </pc:sldMkLst>
      </pc:sldChg>
      <pc:sldChg chg="delSp add del mod ord">
        <pc:chgData name="Jorden De Bolle" userId="fcfcb554-30f4-4aa4-b429-5e66aee76163" providerId="ADAL" clId="{1867426A-0679-49CA-BE1F-AA1AF5E2271F}" dt="2026-10-02T13:55:11.514" v="1324" actId="47"/>
        <pc:sldMkLst>
          <pc:docMk/>
          <pc:sldMk cId="3765185553" sldId="686"/>
        </pc:sldMkLst>
      </pc:sldChg>
      <pc:sldChg chg="delSp add del mod ord">
        <pc:chgData name="Jorden De Bolle" userId="fcfcb554-30f4-4aa4-b429-5e66aee76163" providerId="ADAL" clId="{1867426A-0679-49CA-BE1F-AA1AF5E2271F}" dt="2026-10-02T13:54:58.279" v="1317" actId="47"/>
        <pc:sldMkLst>
          <pc:docMk/>
          <pc:sldMk cId="2525437892" sldId="687"/>
        </pc:sldMkLst>
      </pc:sldChg>
      <pc:sldChg chg="delSp add del mod">
        <pc:chgData name="Jorden De Bolle" userId="fcfcb554-30f4-4aa4-b429-5e66aee76163" providerId="ADAL" clId="{1867426A-0679-49CA-BE1F-AA1AF5E2271F}" dt="2026-10-02T13:55:02.468" v="1321" actId="47"/>
        <pc:sldMkLst>
          <pc:docMk/>
          <pc:sldMk cId="668097632" sldId="688"/>
        </pc:sldMkLst>
      </pc:sldChg>
      <pc:sldChg chg="addSp delSp add del mod">
        <pc:chgData name="Jorden De Bolle" userId="fcfcb554-30f4-4aa4-b429-5e66aee76163" providerId="ADAL" clId="{1867426A-0679-49CA-BE1F-AA1AF5E2271F}" dt="2026-10-02T13:55:03.572" v="1322" actId="47"/>
        <pc:sldMkLst>
          <pc:docMk/>
          <pc:sldMk cId="1083297396" sldId="689"/>
        </pc:sldMkLst>
        <pc:picChg chg="add">
          <ac:chgData name="Jorden De Bolle" userId="fcfcb554-30f4-4aa4-b429-5e66aee76163" providerId="ADAL" clId="{1867426A-0679-49CA-BE1F-AA1AF5E2271F}" dt="2026-09-25T15:30:29.785" v="1313" actId="22"/>
          <ac:picMkLst>
            <pc:docMk/>
            <pc:sldMk cId="1083297396" sldId="689"/>
            <ac:picMk id="4" creationId="{1469A2A4-D143-8765-B9E5-35C314111404}"/>
          </ac:picMkLst>
        </pc:picChg>
      </pc:sldChg>
      <pc:sldChg chg="add del">
        <pc:chgData name="Jorden De Bolle" userId="fcfcb554-30f4-4aa4-b429-5e66aee76163" providerId="ADAL" clId="{1867426A-0679-49CA-BE1F-AA1AF5E2271F}" dt="2026-10-02T13:55:04.149" v="1323" actId="47"/>
        <pc:sldMkLst>
          <pc:docMk/>
          <pc:sldMk cId="2743862151" sldId="690"/>
        </pc:sldMkLst>
      </pc:sldChg>
      <pc:sldChg chg="delSp add del mod ord">
        <pc:chgData name="Jorden De Bolle" userId="fcfcb554-30f4-4aa4-b429-5e66aee76163" providerId="ADAL" clId="{1867426A-0679-49CA-BE1F-AA1AF5E2271F}" dt="2026-10-02T13:55:00.834" v="1319" actId="47"/>
        <pc:sldMkLst>
          <pc:docMk/>
          <pc:sldMk cId="1304529527" sldId="69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D5D9-73E9-8239-906D-209828B2C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6A03EF-DED7-CE72-D8A0-26DC8FA28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23891-F94A-9322-E2E7-994863BE8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6342-62A0-9D4D-AAE8-F700E022EF08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15518-31E2-CDA4-A88A-6021E7D1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F609-4F62-0475-2B41-E5FBAC3E3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DC902-B073-234C-AE5B-5241DA13E9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93920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B4079-99DC-1078-31E8-BD76A29E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DD2BE-C0D6-B1F5-C251-1C24BBF83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124FA-9A4A-C947-3D96-CBD5469AA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6342-62A0-9D4D-AAE8-F700E022EF08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CCB38-1D80-5364-187F-ED6BA8CE1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18BFB-6A2D-7EB1-7049-B6F72010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DC902-B073-234C-AE5B-5241DA13E9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02142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172FF-722C-8D02-77A8-F01C1A12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5B167-958E-85F4-42B1-F84256E3D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7EFF8-5C92-E320-48E8-ADE7D477F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6342-62A0-9D4D-AAE8-F700E022EF08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A5772-045A-3DC5-B3C6-610BCCB76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49027-4037-4063-A52B-710FF7AB4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DC902-B073-234C-AE5B-5241DA13E9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3670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23B5-EBE8-1563-ADD7-5C6753D85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9C898-A8A2-DB34-C5B5-CE95F7E66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B97A5-1988-91EA-B36F-05649C151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9B4-6463-AA43-37CB-59922F7F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6342-62A0-9D4D-AAE8-F700E022EF08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1D4E2-E8BB-7E2D-AC31-C2849677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0A5FA-F958-9377-AFBF-9995DA9B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DC902-B073-234C-AE5B-5241DA13E9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1300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A1B9-7ED0-2F4A-2BB1-69FE6FFB6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01684-FB08-E39D-599C-9F8263ED0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02886-2755-3EF5-B8FA-6B5742D61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4E3AE-2BBF-10D5-5D71-37E75F1610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3AB476-5F48-5CB7-2F4A-76F648D090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3B6A59-E50C-B4EC-17E8-AC5F4B31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6342-62A0-9D4D-AAE8-F700E022EF08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4B6BA9-5C64-253B-9B2B-07D1880A2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66D8A-D8A1-9B96-67B9-F0975F4A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DC902-B073-234C-AE5B-5241DA13E9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3789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0D3A-9D7D-98DE-3440-B4C3E943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3A2B53-5FA0-923B-459A-F7B3F701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6342-62A0-9D4D-AAE8-F700E022EF08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5254F-E289-38FD-7FC5-0AD856FA3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C7AF0-5DD2-1968-FCC5-0DDFF596A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DC902-B073-234C-AE5B-5241DA13E9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2826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4F786-E02B-6B15-32A6-67D59D5F4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6342-62A0-9D4D-AAE8-F700E022EF08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761F8-D64B-77A4-FF39-3444AEE0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A8815-1D6B-9475-31C3-E704EBF4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DC902-B073-234C-AE5B-5241DA13E9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61016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E529-FDE4-968A-B600-EB66939E1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12236-F14F-44DB-AE47-9B5C6ED73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3F1F7-5E9D-6DA6-D8FA-CAC7E0373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0EEFA-271F-2DEA-E2DA-80EA207F5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6342-62A0-9D4D-AAE8-F700E022EF08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7CD75-D1D8-F378-99B4-A1B6E065B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B37BC-11FF-A262-D301-B5534AA3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DC902-B073-234C-AE5B-5241DA13E9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1424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1AF47-4DE4-72B5-BEE3-5847CD836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B223BC-7CF6-C972-CEF0-6C76C4507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CF7A5-2B24-0D58-1E94-6FA00F6AF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B92FA-E5EA-76CF-B463-3B0933911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6342-62A0-9D4D-AAE8-F700E022EF08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4D8D1-7E3B-F4AD-B919-63707BE2C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DA8A7-0DF1-F895-B368-D19B990B0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DC902-B073-234C-AE5B-5241DA13E9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09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17512-4317-B9CD-5A1E-6568BDA57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10B6F0-CF54-734D-F5E2-1E444CE34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D2BB-EB09-6271-3E5A-A0A5A18AF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6342-62A0-9D4D-AAE8-F700E022EF08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A29B2-8EFC-642B-26B2-341C1993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3C06D-A3A0-CAF7-30B1-0ABB387F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DC902-B073-234C-AE5B-5241DA13E9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76327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76FF5B-73CC-2585-4E1A-39F6A20D17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3C7AB3-8FF4-8353-3837-6DB0295CE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610E8-AFAD-B41B-A338-B6E2F068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F6342-62A0-9D4D-AAE8-F700E022EF08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5CDE6-1F86-0D02-3AAB-C9479F4F6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1FC41-2395-3548-02A7-639B9368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DC902-B073-234C-AE5B-5241DA13E9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92546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A091E0-B13E-6402-E648-9342222B7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5F0A9-FC7E-ED22-E688-9CA5844ED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C7079-3F4C-DD01-F79F-FB260F268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F6342-62A0-9D4D-AAE8-F700E022EF08}" type="datetimeFigureOut">
              <a:rPr lang="en-BE" smtClean="0"/>
              <a:t>10/02/2026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B6D93-8660-BBF9-13AD-074758E07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8F48E-AA3D-824A-9663-78FC89CD1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DC902-B073-234C-AE5B-5241DA13E9C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40437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hyperlink" Target="https://colab.research.google.com/drive/1BqKSirKvoHp3z57vtKybTcNx90dYF7sK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58E5F-5AB1-67EB-AE49-044760543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8172"/>
            <a:ext cx="10515600" cy="3325220"/>
          </a:xfrm>
        </p:spPr>
        <p:txBody>
          <a:bodyPr>
            <a:normAutofit fontScale="90000"/>
          </a:bodyPr>
          <a:lstStyle/>
          <a:p>
            <a:r>
              <a:rPr lang="en-BE" dirty="0"/>
              <a:t>Asymmetrically reweighted penalized least squares smoothing</a:t>
            </a:r>
            <a:br>
              <a:rPr lang="en-BE" dirty="0"/>
            </a:br>
            <a:r>
              <a:rPr lang="en-BE" sz="2800" dirty="0">
                <a:solidFill>
                  <a:srgbClr val="CB9400"/>
                </a:solidFill>
              </a:rPr>
              <a:t>The baseline correction algorithm you didn’t know you needed</a:t>
            </a:r>
            <a:br>
              <a:rPr lang="en-BE" sz="2800" dirty="0">
                <a:solidFill>
                  <a:srgbClr val="FFC000"/>
                </a:solidFill>
              </a:rPr>
            </a:br>
            <a:br>
              <a:rPr lang="en-BE" sz="2800" dirty="0">
                <a:solidFill>
                  <a:srgbClr val="CB9400"/>
                </a:solidFill>
              </a:rPr>
            </a:br>
            <a:br>
              <a:rPr lang="en-BE" sz="2800" dirty="0">
                <a:solidFill>
                  <a:srgbClr val="CB9400"/>
                </a:solidFill>
              </a:rPr>
            </a:br>
            <a:br>
              <a:rPr lang="en-BE" sz="2800" dirty="0">
                <a:solidFill>
                  <a:srgbClr val="CB9400"/>
                </a:solidFill>
              </a:rPr>
            </a:br>
            <a:r>
              <a:rPr lang="en-BE" sz="2800" dirty="0"/>
              <a:t>Jorden De Bolle</a:t>
            </a:r>
            <a:br>
              <a:rPr lang="en-BE" dirty="0">
                <a:solidFill>
                  <a:srgbClr val="CB9400"/>
                </a:solidFill>
              </a:rPr>
            </a:br>
            <a:endParaRPr lang="en-BE" dirty="0">
              <a:solidFill>
                <a:srgbClr val="CB94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39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FF72B-73B7-B7D4-C5D2-F766A0A1E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F13E6C-367B-AF48-34DD-DBCCCB6D4D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811"/>
          <a:stretch>
            <a:fillRect/>
          </a:stretch>
        </p:blipFill>
        <p:spPr>
          <a:xfrm>
            <a:off x="7256318" y="468215"/>
            <a:ext cx="4203458" cy="2355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E56803-97CC-E3D1-F862-F18C4E2A8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18" y="3098801"/>
            <a:ext cx="5956912" cy="2929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D8679D-2B17-12E9-130B-0C7A664BE7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37098"/>
          <a:stretch>
            <a:fillRect/>
          </a:stretch>
        </p:blipFill>
        <p:spPr>
          <a:xfrm>
            <a:off x="6751029" y="2879978"/>
            <a:ext cx="4203458" cy="33672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4AF732-4CAA-A4D3-D1A1-35E9A4B5C93E}"/>
              </a:ext>
            </a:extLst>
          </p:cNvPr>
          <p:cNvSpPr txBox="1"/>
          <p:nvPr/>
        </p:nvSpPr>
        <p:spPr>
          <a:xfrm>
            <a:off x="55418" y="83495"/>
            <a:ext cx="70018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4400" dirty="0"/>
              <a:t>Remember two weeks ago…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7F5E40-145E-F316-DEB1-02946EF89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8" y="1206260"/>
            <a:ext cx="7200900" cy="156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362CB0-E734-0080-6145-7AD4701599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129" b="1"/>
          <a:stretch>
            <a:fillRect/>
          </a:stretch>
        </p:blipFill>
        <p:spPr>
          <a:xfrm>
            <a:off x="6751029" y="6358869"/>
            <a:ext cx="4126077" cy="30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6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7640D-14F1-8A20-0BB3-E67DD493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45A332-15A7-1A1C-DE0D-56CF64AA48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811"/>
          <a:stretch>
            <a:fillRect/>
          </a:stretch>
        </p:blipFill>
        <p:spPr>
          <a:xfrm>
            <a:off x="7256318" y="468215"/>
            <a:ext cx="4203458" cy="2355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B60638-F146-C234-0156-EA5A7F77D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18" y="3098801"/>
            <a:ext cx="5956912" cy="2929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D822EE-2C6E-86D2-9037-C3A6025D1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37098"/>
          <a:stretch>
            <a:fillRect/>
          </a:stretch>
        </p:blipFill>
        <p:spPr>
          <a:xfrm>
            <a:off x="6751029" y="2879978"/>
            <a:ext cx="4203458" cy="33672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4BC020-5E22-07FA-41EE-7782BFAE6B31}"/>
              </a:ext>
            </a:extLst>
          </p:cNvPr>
          <p:cNvSpPr txBox="1"/>
          <p:nvPr/>
        </p:nvSpPr>
        <p:spPr>
          <a:xfrm>
            <a:off x="55418" y="83495"/>
            <a:ext cx="70018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E" sz="4400" dirty="0"/>
              <a:t>Remember two weeks ago…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A3404C-B4D9-50BD-3B37-3E3FE452F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8" y="1206260"/>
            <a:ext cx="7200900" cy="1562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A38603-C68F-BD6F-0E9D-8647C577F7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129" b="1"/>
          <a:stretch>
            <a:fillRect/>
          </a:stretch>
        </p:blipFill>
        <p:spPr>
          <a:xfrm>
            <a:off x="6751029" y="6358869"/>
            <a:ext cx="4126077" cy="3084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E85391-1AB5-8BF5-6C93-35A556B6E6E3}"/>
              </a:ext>
            </a:extLst>
          </p:cNvPr>
          <p:cNvSpPr txBox="1"/>
          <p:nvPr/>
        </p:nvSpPr>
        <p:spPr>
          <a:xfrm>
            <a:off x="449118" y="6066619"/>
            <a:ext cx="52785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2000" dirty="0">
                <a:sym typeface="Wingdings" pitchFamily="2" charset="2"/>
              </a:rPr>
              <a:t> How often do you come across a situation where you have to subtract a background?</a:t>
            </a:r>
            <a:endParaRPr lang="en-BE" sz="2000" dirty="0"/>
          </a:p>
        </p:txBody>
      </p:sp>
    </p:spTree>
    <p:extLst>
      <p:ext uri="{BB962C8B-B14F-4D97-AF65-F5344CB8AC3E}">
        <p14:creationId xmlns:p14="http://schemas.microsoft.com/office/powerpoint/2010/main" val="3625674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47B140-5A51-5AA6-CB22-6653B0E0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898" y="415636"/>
            <a:ext cx="10024204" cy="577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272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712996-8884-9C76-36E9-3666528E9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644" y="1124048"/>
            <a:ext cx="5738554" cy="54453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6C9726-3217-8751-E6A5-5ED0A874E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66" y="1472073"/>
            <a:ext cx="4338837" cy="44877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C87C3E-7AF9-E482-50F3-A4056B3E69CA}"/>
              </a:ext>
            </a:extLst>
          </p:cNvPr>
          <p:cNvSpPr txBox="1"/>
          <p:nvPr/>
        </p:nvSpPr>
        <p:spPr>
          <a:xfrm>
            <a:off x="55418" y="83495"/>
            <a:ext cx="12136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E" sz="3200" dirty="0"/>
              <a:t>Asymmetrically reweighted penalized least squares smoothing</a:t>
            </a:r>
          </a:p>
        </p:txBody>
      </p:sp>
    </p:spTree>
    <p:extLst>
      <p:ext uri="{BB962C8B-B14F-4D97-AF65-F5344CB8AC3E}">
        <p14:creationId xmlns:p14="http://schemas.microsoft.com/office/powerpoint/2010/main" val="506105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3701F-953B-3958-C513-17DCA1E9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0684E0-64B3-292F-EA66-00D778E3C7BE}"/>
              </a:ext>
            </a:extLst>
          </p:cNvPr>
          <p:cNvSpPr txBox="1"/>
          <p:nvPr/>
        </p:nvSpPr>
        <p:spPr>
          <a:xfrm>
            <a:off x="55418" y="83495"/>
            <a:ext cx="32869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How it works</a:t>
            </a:r>
            <a:endParaRPr lang="en-BE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4D3C12-94FD-E289-DB96-D1645FE52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426" y="1591072"/>
            <a:ext cx="6992326" cy="743054"/>
          </a:xfrm>
          <a:prstGeom prst="rect">
            <a:avLst/>
          </a:prstGeom>
        </p:spPr>
      </p:pic>
      <p:sp>
        <p:nvSpPr>
          <p:cNvPr id="11" name="Left Brace 10">
            <a:extLst>
              <a:ext uri="{FF2B5EF4-FFF2-40B4-BE49-F238E27FC236}">
                <a16:creationId xmlns:a16="http://schemas.microsoft.com/office/drawing/2014/main" id="{51422847-3600-4146-A0B4-11DDEB2BDA39}"/>
              </a:ext>
            </a:extLst>
          </p:cNvPr>
          <p:cNvSpPr/>
          <p:nvPr/>
        </p:nvSpPr>
        <p:spPr>
          <a:xfrm rot="16200000">
            <a:off x="5294403" y="974050"/>
            <a:ext cx="396026" cy="3116177"/>
          </a:xfrm>
          <a:prstGeom prst="leftBrace">
            <a:avLst>
              <a:gd name="adj1" fmla="val 20485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093F48-4A9F-FA53-6FB1-EBCBD190F10C}"/>
              </a:ext>
            </a:extLst>
          </p:cNvPr>
          <p:cNvSpPr txBox="1"/>
          <p:nvPr/>
        </p:nvSpPr>
        <p:spPr>
          <a:xfrm>
            <a:off x="4181159" y="756793"/>
            <a:ext cx="3516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Least squares smoothing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572E5BF2-F06F-DEEF-B259-256E6249FEC2}"/>
              </a:ext>
            </a:extLst>
          </p:cNvPr>
          <p:cNvSpPr/>
          <p:nvPr/>
        </p:nvSpPr>
        <p:spPr>
          <a:xfrm rot="5400000">
            <a:off x="5741576" y="-1950704"/>
            <a:ext cx="396026" cy="6992327"/>
          </a:xfrm>
          <a:prstGeom prst="leftBrace">
            <a:avLst>
              <a:gd name="adj1" fmla="val 2048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C936AA-9DBC-EC77-3330-D67369C242D4}"/>
              </a:ext>
            </a:extLst>
          </p:cNvPr>
          <p:cNvSpPr txBox="1"/>
          <p:nvPr/>
        </p:nvSpPr>
        <p:spPr>
          <a:xfrm>
            <a:off x="3185997" y="2807842"/>
            <a:ext cx="4435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C00000"/>
                </a:solidFill>
              </a:rPr>
              <a:t>Least squares: try to find a function z that minimises the error between z and y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AFB103A4-AF69-7576-E47B-D114D0ECD906}"/>
              </a:ext>
            </a:extLst>
          </p:cNvPr>
          <p:cNvSpPr/>
          <p:nvPr/>
        </p:nvSpPr>
        <p:spPr>
          <a:xfrm rot="16200000">
            <a:off x="8330589" y="1624989"/>
            <a:ext cx="396026" cy="1814300"/>
          </a:xfrm>
          <a:prstGeom prst="leftBrace">
            <a:avLst>
              <a:gd name="adj1" fmla="val 20485"/>
              <a:gd name="adj2" fmla="val 5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D946FE-ADE0-7877-E91E-598AACD2B5AC}"/>
              </a:ext>
            </a:extLst>
          </p:cNvPr>
          <p:cNvSpPr txBox="1"/>
          <p:nvPr/>
        </p:nvSpPr>
        <p:spPr>
          <a:xfrm>
            <a:off x="7315200" y="2730152"/>
            <a:ext cx="26589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00B050"/>
                </a:solidFill>
              </a:rPr>
              <a:t>Penalty term if second derivative of z is large: smoothness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54C140-5FF3-55F9-188E-3D6902FCA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967" y="4515359"/>
            <a:ext cx="7363853" cy="704948"/>
          </a:xfrm>
          <a:prstGeom prst="rect">
            <a:avLst/>
          </a:prstGeom>
        </p:spPr>
      </p:pic>
      <p:sp>
        <p:nvSpPr>
          <p:cNvPr id="7" name="Left Brace 6">
            <a:extLst>
              <a:ext uri="{FF2B5EF4-FFF2-40B4-BE49-F238E27FC236}">
                <a16:creationId xmlns:a16="http://schemas.microsoft.com/office/drawing/2014/main" id="{194D00F3-D496-5DE7-FEC2-A99FE2CBD0BC}"/>
              </a:ext>
            </a:extLst>
          </p:cNvPr>
          <p:cNvSpPr/>
          <p:nvPr/>
        </p:nvSpPr>
        <p:spPr>
          <a:xfrm rot="16200000">
            <a:off x="5837832" y="5076771"/>
            <a:ext cx="396026" cy="506607"/>
          </a:xfrm>
          <a:prstGeom prst="leftBrace">
            <a:avLst>
              <a:gd name="adj1" fmla="val 20485"/>
              <a:gd name="adj2" fmla="val 5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ED816-C6B9-3810-2DA2-7E4B2AF40706}"/>
              </a:ext>
            </a:extLst>
          </p:cNvPr>
          <p:cNvSpPr txBox="1"/>
          <p:nvPr/>
        </p:nvSpPr>
        <p:spPr>
          <a:xfrm>
            <a:off x="4452599" y="5435854"/>
            <a:ext cx="3168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00B0F0"/>
                </a:solidFill>
              </a:rPr>
              <a:t>Weights matrix: where there is a peak in y, the weight becomes 0</a:t>
            </a:r>
          </a:p>
        </p:txBody>
      </p:sp>
    </p:spTree>
    <p:extLst>
      <p:ext uri="{BB962C8B-B14F-4D97-AF65-F5344CB8AC3E}">
        <p14:creationId xmlns:p14="http://schemas.microsoft.com/office/powerpoint/2010/main" val="1862130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64A2-2811-7C21-BC0D-9926CD155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3927F3-F12A-1E00-AC64-3383964C732A}"/>
              </a:ext>
            </a:extLst>
          </p:cNvPr>
          <p:cNvSpPr txBox="1"/>
          <p:nvPr/>
        </p:nvSpPr>
        <p:spPr>
          <a:xfrm>
            <a:off x="55418" y="83495"/>
            <a:ext cx="328699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How it works</a:t>
            </a:r>
            <a:endParaRPr lang="en-BE" sz="4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31B5E9-CB94-8A65-1B2A-C2CDD3ADA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941" y="965150"/>
            <a:ext cx="7363853" cy="704948"/>
          </a:xfrm>
          <a:prstGeom prst="rect">
            <a:avLst/>
          </a:prstGeom>
        </p:spPr>
      </p:pic>
      <p:sp>
        <p:nvSpPr>
          <p:cNvPr id="19" name="Left Brace 18">
            <a:extLst>
              <a:ext uri="{FF2B5EF4-FFF2-40B4-BE49-F238E27FC236}">
                <a16:creationId xmlns:a16="http://schemas.microsoft.com/office/drawing/2014/main" id="{647107A5-CEA0-AF16-E846-C481F579C591}"/>
              </a:ext>
            </a:extLst>
          </p:cNvPr>
          <p:cNvSpPr/>
          <p:nvPr/>
        </p:nvSpPr>
        <p:spPr>
          <a:xfrm rot="16200000">
            <a:off x="5896806" y="1526562"/>
            <a:ext cx="396026" cy="506607"/>
          </a:xfrm>
          <a:prstGeom prst="leftBrace">
            <a:avLst>
              <a:gd name="adj1" fmla="val 20485"/>
              <a:gd name="adj2" fmla="val 50000"/>
            </a:avLst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B2E7CE-4B85-9AAE-0268-76AF060D25FA}"/>
              </a:ext>
            </a:extLst>
          </p:cNvPr>
          <p:cNvSpPr txBox="1"/>
          <p:nvPr/>
        </p:nvSpPr>
        <p:spPr>
          <a:xfrm>
            <a:off x="4511573" y="1885645"/>
            <a:ext cx="3168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00B0F0"/>
                </a:solidFill>
              </a:rPr>
              <a:t>Weights matrix: where there is a peak in y, the weight becomes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A24226-BB96-D8BE-D1EE-920D551E072C}"/>
              </a:ext>
            </a:extLst>
          </p:cNvPr>
          <p:cNvSpPr txBox="1"/>
          <p:nvPr/>
        </p:nvSpPr>
        <p:spPr>
          <a:xfrm>
            <a:off x="656974" y="3167390"/>
            <a:ext cx="4783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ym typeface="Wingdings" panose="05000000000000000000" pitchFamily="2" charset="2"/>
              </a:rPr>
              <a:t> How to assign the weights?</a:t>
            </a:r>
            <a:endParaRPr lang="en-GB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36027C-5C0F-EDAC-68E9-071E1E18CAFE}"/>
              </a:ext>
            </a:extLst>
          </p:cNvPr>
          <p:cNvSpPr txBox="1"/>
          <p:nvPr/>
        </p:nvSpPr>
        <p:spPr>
          <a:xfrm>
            <a:off x="2865779" y="3955305"/>
            <a:ext cx="1805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ARPLS: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C733F89-4644-2ED7-6318-A07253EF53C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5024" y="4451834"/>
            <a:ext cx="6277851" cy="122889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F9C09C1-E5AD-B38F-E86A-2140D0208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275" y="5557357"/>
            <a:ext cx="5391902" cy="10955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121EC73-AFCF-9622-D074-153BE3790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824" y="3589165"/>
            <a:ext cx="5536793" cy="310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58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9809D-85A6-BBEE-728E-45AAFD39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57F3B9-4178-49FF-6D13-E9C21C5D290C}"/>
              </a:ext>
            </a:extLst>
          </p:cNvPr>
          <p:cNvSpPr txBox="1"/>
          <p:nvPr/>
        </p:nvSpPr>
        <p:spPr>
          <a:xfrm>
            <a:off x="55418" y="83495"/>
            <a:ext cx="80839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Some examples (from the paper)</a:t>
            </a:r>
            <a:endParaRPr lang="en-BE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1A7CF5-4613-18AA-CBD9-21198A8A2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141" y="930939"/>
            <a:ext cx="4241334" cy="27645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693460-F0A3-9D15-303D-ABACC4530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52936"/>
            <a:ext cx="4505277" cy="28425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ACA49E-57D2-9975-7FBF-E43AA846A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206" y="3810467"/>
            <a:ext cx="4359494" cy="27645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CD4A02-4185-0DC4-FF87-E211F3B3E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848" y="3810467"/>
            <a:ext cx="4406429" cy="28425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052DE3-96FC-1719-CC5D-810C953ADEFB}"/>
              </a:ext>
            </a:extLst>
          </p:cNvPr>
          <p:cNvSpPr txBox="1"/>
          <p:nvPr/>
        </p:nvSpPr>
        <p:spPr>
          <a:xfrm>
            <a:off x="1749049" y="1123950"/>
            <a:ext cx="1835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Simulated signal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B39532-D320-CE7C-5CF0-4D5605516174}"/>
              </a:ext>
            </a:extLst>
          </p:cNvPr>
          <p:cNvSpPr txBox="1"/>
          <p:nvPr/>
        </p:nvSpPr>
        <p:spPr>
          <a:xfrm>
            <a:off x="6416298" y="1047750"/>
            <a:ext cx="232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Simulated signal </a:t>
            </a:r>
          </a:p>
          <a:p>
            <a:r>
              <a:rPr lang="en-GB" dirty="0"/>
              <a:t>+ noise + background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323700-AC48-FCF6-BC3E-96B09B66D76F}"/>
              </a:ext>
            </a:extLst>
          </p:cNvPr>
          <p:cNvSpPr txBox="1"/>
          <p:nvPr/>
        </p:nvSpPr>
        <p:spPr>
          <a:xfrm>
            <a:off x="2866225" y="3888508"/>
            <a:ext cx="232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Baseline </a:t>
            </a:r>
          </a:p>
          <a:p>
            <a:r>
              <a:rPr lang="en-GB" dirty="0" err="1"/>
              <a:t>correected</a:t>
            </a: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E5FF27-A28E-6247-B5D4-D3D61FF8568B}"/>
              </a:ext>
            </a:extLst>
          </p:cNvPr>
          <p:cNvSpPr txBox="1"/>
          <p:nvPr/>
        </p:nvSpPr>
        <p:spPr>
          <a:xfrm>
            <a:off x="7580123" y="3888507"/>
            <a:ext cx="232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Baseline </a:t>
            </a:r>
          </a:p>
          <a:p>
            <a:r>
              <a:rPr lang="en-GB" dirty="0" err="1"/>
              <a:t>correected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7465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E59AC-90F5-AC85-6CD0-1ECFB055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271A4B-7F2D-3BB9-1327-FFEE2B246460}"/>
              </a:ext>
            </a:extLst>
          </p:cNvPr>
          <p:cNvSpPr txBox="1"/>
          <p:nvPr/>
        </p:nvSpPr>
        <p:spPr>
          <a:xfrm>
            <a:off x="55418" y="83495"/>
            <a:ext cx="808394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Some examples (from the paper)</a:t>
            </a:r>
            <a:endParaRPr lang="en-BE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7298E5-A1A1-5337-8C9F-00065CB8F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5" y="1769166"/>
            <a:ext cx="5440043" cy="34664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4F956F-AC26-E861-4DCB-8205C25CF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078" y="1769166"/>
            <a:ext cx="5670098" cy="354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6BF9-7485-E933-8BAF-5F7C4FE31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CFF6FA-19F9-1F3B-BEBB-0717ECA9275F}"/>
              </a:ext>
            </a:extLst>
          </p:cNvPr>
          <p:cNvSpPr txBox="1"/>
          <p:nvPr/>
        </p:nvSpPr>
        <p:spPr>
          <a:xfrm>
            <a:off x="55418" y="83495"/>
            <a:ext cx="1035116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Some examples (from the real world): EDX</a:t>
            </a:r>
            <a:endParaRPr lang="en-BE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87C099-ECD6-7ED0-CCD0-00515ABC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68" y="1808718"/>
            <a:ext cx="4986282" cy="39985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0E49F0-19B9-6E7B-E0A4-DEB135E35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407" y="2014360"/>
            <a:ext cx="2544875" cy="205281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2914812-CC80-9FAD-32DA-386E94782174}"/>
              </a:ext>
            </a:extLst>
          </p:cNvPr>
          <p:cNvSpPr txBox="1"/>
          <p:nvPr/>
        </p:nvSpPr>
        <p:spPr>
          <a:xfrm>
            <a:off x="2800124" y="1285498"/>
            <a:ext cx="16758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l-GR" sz="2800" dirty="0">
                <a:solidFill>
                  <a:schemeClr val="tx1"/>
                </a:solidFill>
                <a:effectLst/>
                <a:latin typeface="+mn-lt"/>
              </a:rPr>
              <a:t>λ</a:t>
            </a:r>
            <a:r>
              <a:rPr lang="en-GB" sz="2800" dirty="0">
                <a:solidFill>
                  <a:schemeClr val="tx1"/>
                </a:solidFill>
                <a:effectLst/>
                <a:latin typeface="+mn-lt"/>
              </a:rPr>
              <a:t>=1x10</a:t>
            </a:r>
            <a:r>
              <a:rPr lang="en-GB" sz="2800" baseline="30000" dirty="0">
                <a:solidFill>
                  <a:schemeClr val="tx1"/>
                </a:solidFill>
                <a:effectLst/>
                <a:latin typeface="+mn-lt"/>
              </a:rPr>
              <a:t>5</a:t>
            </a:r>
            <a:endParaRPr lang="en-GB" sz="1400" baseline="300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5529582-A228-35EE-92FB-79556D5BE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184" y="1765678"/>
            <a:ext cx="5058481" cy="40296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28B44E-BFA9-DA9F-13C9-6E6B19791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0927" y="1956838"/>
            <a:ext cx="2544876" cy="216785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9E78FC7-2178-6A60-15F1-25DF01C94317}"/>
              </a:ext>
            </a:extLst>
          </p:cNvPr>
          <p:cNvSpPr txBox="1"/>
          <p:nvPr/>
        </p:nvSpPr>
        <p:spPr>
          <a:xfrm>
            <a:off x="8324492" y="1285498"/>
            <a:ext cx="16758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l-GR" sz="2800" dirty="0">
                <a:solidFill>
                  <a:schemeClr val="tx1"/>
                </a:solidFill>
                <a:effectLst/>
                <a:latin typeface="+mn-lt"/>
              </a:rPr>
              <a:t>λ</a:t>
            </a:r>
            <a:r>
              <a:rPr lang="en-GB" sz="2800" dirty="0">
                <a:solidFill>
                  <a:schemeClr val="tx1"/>
                </a:solidFill>
                <a:effectLst/>
                <a:latin typeface="+mn-lt"/>
              </a:rPr>
              <a:t>=1x10</a:t>
            </a:r>
            <a:r>
              <a:rPr lang="en-GB" sz="2800" baseline="30000" dirty="0"/>
              <a:t>3</a:t>
            </a:r>
            <a:endParaRPr lang="en-GB" sz="1400" baseline="300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961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CC12D-369C-4BD6-DCB5-487B8F900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E0541C-0807-CA3C-534D-DA294643D3A5}"/>
              </a:ext>
            </a:extLst>
          </p:cNvPr>
          <p:cNvSpPr txBox="1"/>
          <p:nvPr/>
        </p:nvSpPr>
        <p:spPr>
          <a:xfrm>
            <a:off x="55418" y="83495"/>
            <a:ext cx="44121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Now it’s your turn</a:t>
            </a:r>
            <a:endParaRPr lang="en-BE" sz="4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96096F-154A-5955-2EF7-DF9DF7A45A36}"/>
              </a:ext>
            </a:extLst>
          </p:cNvPr>
          <p:cNvSpPr txBox="1"/>
          <p:nvPr/>
        </p:nvSpPr>
        <p:spPr>
          <a:xfrm>
            <a:off x="202165" y="852936"/>
            <a:ext cx="109895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hlinkClick r:id="rId2"/>
              </a:rPr>
              <a:t>https://colab.research.google.com/drive/1BqKSirKvoHp3z57vtKybTcNx90dYF7sK?usp=sharing</a:t>
            </a:r>
            <a:endParaRPr lang="en-GB" sz="2800" dirty="0"/>
          </a:p>
          <a:p>
            <a:endParaRPr lang="en-GB" sz="2800" dirty="0"/>
          </a:p>
          <a:p>
            <a:pPr marL="457200" indent="-457200">
              <a:buFont typeface="Wingdings" panose="05000000000000000000" pitchFamily="2" charset="2"/>
              <a:buChar char="à"/>
            </a:pPr>
            <a:r>
              <a:rPr lang="en-GB" sz="2800" dirty="0">
                <a:sym typeface="Wingdings" panose="05000000000000000000" pitchFamily="2" charset="2"/>
              </a:rPr>
              <a:t>Download notebook and open in google </a:t>
            </a:r>
            <a:r>
              <a:rPr lang="en-GB" sz="2800" dirty="0" err="1">
                <a:sym typeface="Wingdings" panose="05000000000000000000" pitchFamily="2" charset="2"/>
              </a:rPr>
              <a:t>colab</a:t>
            </a:r>
            <a:r>
              <a:rPr lang="en-GB" sz="2800" dirty="0">
                <a:sym typeface="Wingdings" panose="05000000000000000000" pitchFamily="2" charset="2"/>
              </a:rPr>
              <a:t> (</a:t>
            </a:r>
            <a:r>
              <a:rPr lang="en-GB" sz="2800" dirty="0">
                <a:sym typeface="Wingdings" panose="05000000000000000000" pitchFamily="2" charset="2"/>
                <a:hlinkClick r:id="rId3"/>
              </a:rPr>
              <a:t>https://colab.research.google.com/</a:t>
            </a:r>
            <a:r>
              <a:rPr lang="en-GB" sz="2800" dirty="0">
                <a:sym typeface="Wingdings" panose="05000000000000000000" pitchFamily="2" charset="2"/>
              </a:rPr>
              <a:t>)</a:t>
            </a:r>
            <a:endParaRPr lang="en-GB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FD91C4-9C3F-3A2F-6DBC-0A47688A0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689" y="3099705"/>
            <a:ext cx="4859279" cy="348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134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black circle with white text&#10;&#10;Description automatically generated">
            <a:extLst>
              <a:ext uri="{FF2B5EF4-FFF2-40B4-BE49-F238E27FC236}">
                <a16:creationId xmlns:a16="http://schemas.microsoft.com/office/drawing/2014/main" id="{4B280F53-4A74-3B19-F4BB-7CADF22E4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" y="209"/>
            <a:ext cx="12191256" cy="685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762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213</Words>
  <Application>Microsoft Office PowerPoint</Application>
  <PresentationFormat>Widescreen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Wingdings</vt:lpstr>
      <vt:lpstr>Office Theme</vt:lpstr>
      <vt:lpstr>Asymmetrically reweighted penalized least squares smoothing The baseline correction algorithm you didn’t know you needed    Jorden De Bolle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Jorden De Bolle</dc:creator>
  <cp:lastModifiedBy>Jorden De Bolle</cp:lastModifiedBy>
  <cp:revision>1</cp:revision>
  <dcterms:created xsi:type="dcterms:W3CDTF">2026-09-20T15:54:07Z</dcterms:created>
  <dcterms:modified xsi:type="dcterms:W3CDTF">2026-10-02T13:55:25Z</dcterms:modified>
</cp:coreProperties>
</file>